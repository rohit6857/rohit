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ROHIT KUMAR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Manager, Data &amp; Analytics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1272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Years in Analytics &amp; AI Leadership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100584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3931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for: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Planning Data Scientist (Master Level)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Business Planning, Agilent Technologies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394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same discipline I used to forecast demand and optimize spend — applied to Agilent’s product-order forecasting and IBP alignment.”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84048"/>
            <a:ext cx="7360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I'm the Right Fit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343400" y="1289304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16128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end-to-end demand-forecasting engine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145389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4-model ensemble (Seasonal-Naive, Holt-Winters, Harmonic Regression, Global LightGBM) forecasting 12-month demand across 5 regions x 2 channels — 8.6% WMAPE, Tracking Signal in-control, with root-cause fixes for moving-holiday blind spots (Ramadan, CNY).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43400" y="2359152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81728" y="223113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the loop from forecast to action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25237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trailing bias-correction layer recalibrates against Tracking Signal automatically — validated identically in backtest and production — then response-curve optimization turned a +25% budget into +15% output by respecting diminishing returns.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43400" y="3429000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81728" y="330098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a customer-facing publication-intelligence pipeline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681728" y="359359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automated Microsoft Fabric ETL pipelines that turned publication data into customer-level research intelligence, then engineered web-embedded Power BI to expose it directly to customers — enabling hyper-personalized, context-aware recommendations for Marketing and Sales.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4498848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81728" y="43708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identity-resolution layer underneath it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681728" y="4663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pipeline (Python + OpenAI embeddings + distance/name-matching) that resolved ambiguous author profiles and mapped external publication records back to internal client IDs.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5568696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681728" y="54406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teams and cross-functional partnerships at Cactus Communications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81728" y="573328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analytics delivery while partnering with Marketing, Sales, and Customer Service to embed data-driven decisions — ready for this role’s commercial/finance/ops and team-leadership scope.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Anticipated Challenges &amp; My Strategy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would approach the first 6–12 months in the role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8132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46520" y="14813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STRATEGY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EEF3FE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213055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74520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accuracy &amp; bias amid volatile end markets — pharma reshoring, China rebound, academic/government funding swings.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874520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Inverse-error-weighted ensemble + trailing bias-correction against Tracking Signal — the same architecture that held Tracking Signal in [-4,+4] across a 5-region, 12-month forecast.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035808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" y="3291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35808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fragmentation across segments — Life Sciences &amp; Diagnostics, CrossLab, Applied Markets — and geographies.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035808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governed demand data model with automated quality checks and a scheduled refresh cadence, plus explicit reconciliation whenever top-down and bottom-up forecasts disagree.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197096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EEF3F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445312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197096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Regional/seasonal quirks — moving holidays, funding cycles, reshoring shifts — that a generic seasonal model misses.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97096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Calendar-aware, event-intensity features per geography, validated with 12-month walk-forward backtesting rather than a single holdout.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358384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658368" y="5614416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5614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358384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 trust in statistical forecasts over judgment-driven forecasts during Agilent’s Ignite IBP transformation.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5358384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explainable models (inverse-WMAPE weighting) plus plain-language sessions on 'why this forecast changed' for commercial, finance, and ops stakeholders.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Agilent Interview Pre-Work</dc:title>
  <dc:subject>PptxGenJS Presentation</dc:subject>
  <dc:creator>Rohit Kumar</dc:creator>
  <cp:lastModifiedBy>Rohit Kumar</cp:lastModifiedBy>
  <cp:revision>1</cp:revision>
  <dcterms:created xsi:type="dcterms:W3CDTF">2026-09-13T16:17:29Z</dcterms:created>
  <dcterms:modified xsi:type="dcterms:W3CDTF">2026-09-13T16:17:29Z</dcterms:modified>
</cp:coreProperties>
</file>