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ROHIT KUMAR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Manager, Data &amp; Analytics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Years in Analytics &amp; AI Leadership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10058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931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for: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Planning Data Scientist (Master Level)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Business Planning, Agilent Technologies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3949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same discipline I used to forecast demand and optimize spend — applied to Agilent’s product-order forecasting and IBP alignment.”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384048"/>
            <a:ext cx="7360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I'm the Right Fit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343400" y="1289304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1728" y="11612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enterprise demand-forecasting engine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145389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SARIMAX + Statistical Top-Down ensemble (Huber-loss weighted) forecasting 12-month volumes across geographies and service/subject levels — a direct parallel to forecasting product orders across geographies.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2359152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81728" y="223113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&amp; bias analysis that moved the needle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252374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drivers of lead-conversion outcomes and lifted accuracy from 88% to 92% — the same rigor IBP forecast accuracy/bias reviews demand.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42900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81728" y="33009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stay in production, not slideware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681728" y="359359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statistical models into auto-refreshed pipelines (Microsoft Fabric ETL + Power BI) used company-wide — matches this role’s bar for data-model quality and refresh.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449884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81728" y="437083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&amp; executive partner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681728" y="4663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directly with Marketing, Sales, Customer Service and senior leadership to embed data-driven decisions — mirrors partnering with commercial, finance, and global operations.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5568696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81728" y="54406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and scaled analytics teams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681728" y="573328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delivery across multiple concurrent analytics programs — ready for the master-level, team-leadership scope of this role.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Challenges &amp; My Strategy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would approach the first 6–12 months in the role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813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46520" y="14813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STRATEGY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55680" cy="1014984"/>
          </a:xfrm>
          <a:prstGeom prst="roundRect">
            <a:avLst>
              <a:gd name="adj" fmla="val 7207"/>
            </a:avLst>
          </a:prstGeom>
          <a:solidFill>
            <a:srgbClr val="EEF3FE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130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74520"/>
            <a:ext cx="4709160" cy="10149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&amp; bias amid volatile end markets — pharma reshoring, China rebound, academic/government funding swings.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874520"/>
            <a:ext cx="5212080" cy="10149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ensemble (ML + statistical) with automated bias / Forecast-Value-Add dashboards feeding monthly IBP deviation reviews.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035808"/>
            <a:ext cx="11155680" cy="1014984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35808"/>
            <a:ext cx="4709160" cy="10149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 across segments — Life Sciences &amp; Diagnostics, CrossLab, Applied Markets — and geographies.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035808"/>
            <a:ext cx="5212080" cy="10149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Unified, governed demand data model with automated quality checks and a scheduled refresh cadence.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197096"/>
            <a:ext cx="11155680" cy="1014984"/>
          </a:xfrm>
          <a:prstGeom prst="roundRect">
            <a:avLst>
              <a:gd name="adj" fmla="val 7207"/>
            </a:avLst>
          </a:prstGeom>
          <a:solidFill>
            <a:srgbClr val="EEF3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44531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197096"/>
            <a:ext cx="4709160" cy="10149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trust in statistical forecasts over judgment-driven forecasts during Agilent’s Ignite IBP transformation.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197096"/>
            <a:ext cx="5212080" cy="10149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explainable models plus regular sessions that educate commercial, finance, and ops stakeholders on the gains.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358384"/>
            <a:ext cx="11155680" cy="1014984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56144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5614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358384"/>
            <a:ext cx="4709160" cy="10149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models from pilot to enterprise production without breaking during an org-wide rollout.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5358384"/>
            <a:ext cx="5212080" cy="10149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monitored pipelines with drift/accuracy alerts and documented playbooks for team continuity.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Agilent Interview Pre-Work</dc:title>
  <dc:subject>PptxGenJS Presentation</dc:subject>
  <dc:creator>Rohit Kumar</dc:creator>
  <cp:lastModifiedBy>Rohit Kumar</cp:lastModifiedBy>
  <cp:revision>1</cp:revision>
  <dcterms:created xsi:type="dcterms:W3CDTF">2026-09-13T15:19:49Z</dcterms:created>
  <dcterms:modified xsi:type="dcterms:W3CDTF">2026-09-13T15:19:49Z</dcterms:modified>
</cp:coreProperties>
</file>